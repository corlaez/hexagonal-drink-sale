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CB6B49A-CC10-4579-A4AB-CAACC98003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CAAEF3-CD12-48EE-AAAB-390D13A9F5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D1056C-F81F-4E48-8551-70D106AAE9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845BA1-15CD-4B0F-BE8C-683C7A0D22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83E0C7-7FAB-46B2-BA24-DC124A1339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BBC28C-3F6A-47CC-894E-FCD4AED190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340F33-8C95-491B-97C0-4259CA1A9B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72B62B-B534-4D30-9C23-F50C57173D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E1E951-6CAF-4DB9-8CA1-7F1D686F4C5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4328AF-DBB5-4301-B330-FA6F3A78B1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9C9528-2916-4B71-8056-E0A66CD89F3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1133280" y="795960"/>
            <a:ext cx="9992520" cy="528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LibreOffice/7.5.5.2$Windows_X86_64 LibreOffice_project/ca8fe7424262805f223b9a2334bc7181abbcbf5e</Application>
  <AppVersion>15.0000</AppVersion>
  <Words>0</Words>
  <Paragraphs>0</Paragraphs>
  <Company>Created by Marp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2026-08-02T19:32:21Z</dcterms:created>
  <dc:creator>Created by Marp</dc:creator>
  <dc:description/>
  <dc:language>en-US</dc:language>
  <cp:lastModifiedBy/>
  <dcterms:modified xsi:type="dcterms:W3CDTF">2026-08-02T15:32:47Z</dcterms:modified>
  <cp:revision>2</cp:revision>
  <dc:subject>PptxGenJS Presentation</dc:subject>
  <dc:title>Hexagonal Architecture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